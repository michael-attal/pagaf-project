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d29dde31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d29dde31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29dde31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d29dde31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d29dde31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d29dde31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d29dde31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d29dde31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e2b5da6c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e2b5da6c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d29dde31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d29dde31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d29dde31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d29dde31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ichael-attal/PAGAF-Project" TargetMode="External"/><Relationship Id="rId4" Type="http://schemas.openxmlformats.org/officeDocument/2006/relationships/hyperlink" Target="https://github.com/michael-attal/PAGAF-Project" TargetMode="External"/><Relationship Id="rId5" Type="http://schemas.openxmlformats.org/officeDocument/2006/relationships/hyperlink" Target="https://michael-attal.github.io/PAGAF-Project/" TargetMode="External"/><Relationship Id="rId6" Type="http://schemas.openxmlformats.org/officeDocument/2006/relationships/hyperlink" Target="https://michael-attal.github.io/PAGAF-Project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bevy.or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sidefx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meshy.ai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meshy.ai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City Builder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Futuriste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199625" y="4788600"/>
            <a:ext cx="4084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Michaël ATTAL - Sacha TOUTUT - Dorian BONNERON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4907925" y="4251775"/>
            <a:ext cx="4084800" cy="5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https://github.com/michael-attal/PAGAF-Project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Preview</a:t>
            </a: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https://michael-attal.github.io/PAGAF-Project/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Moteur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750" y="1352550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3568050" y="4011950"/>
            <a:ext cx="2497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Bevy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Moteur de Jeu sur Rust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Découverte de nouvelles technos!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052550" y="378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Modèles et génération procédurale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788" y="1221200"/>
            <a:ext cx="5588978" cy="35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50" y="378324"/>
            <a:ext cx="3010851" cy="301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302175" y="2940375"/>
            <a:ext cx="22182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Modèles Procéduraux sur </a:t>
            </a:r>
            <a:r>
              <a:rPr lang="fr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Houdini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Maîtrise d’un L-System pour de beaux arbres dans la ville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052550" y="3860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Meshy.ai</a:t>
            </a:r>
            <a:r>
              <a:rPr lang="fr"/>
              <a:t> </a:t>
            </a:r>
            <a:br>
              <a:rPr lang="fr"/>
            </a:br>
            <a:r>
              <a:rPr lang="fr"/>
              <a:t>Texturing et génération de modèles 3D</a:t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8325" y="1467975"/>
            <a:ext cx="5474962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6600" y="-100250"/>
            <a:ext cx="1967400" cy="19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455000" y="2074375"/>
            <a:ext cx="19674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Utilisation du site “Meshy.AI”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Génération de textures sur modèles procéduraux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Modification des modèles donnés par occasion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052550" y="3860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Meshy.ai</a:t>
            </a:r>
            <a:r>
              <a:rPr lang="fr"/>
              <a:t> </a:t>
            </a:r>
            <a:br>
              <a:rPr lang="fr"/>
            </a:br>
            <a:r>
              <a:rPr lang="fr"/>
              <a:t>Texturing et génération de modèles 3D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0125"/>
            <a:ext cx="8839201" cy="30113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52550" y="4410925"/>
            <a:ext cx="88392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Génération de modèles procéduraux également, basé sur une prompt textuelle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Modèles trop lourds pour utilisation à grande échelle, mais gardés dans le projet!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052550" y="219200"/>
            <a:ext cx="70389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Particles FX</a:t>
            </a:r>
            <a:endParaRPr/>
          </a:p>
        </p:txBody>
      </p:sp>
      <p:pic>
        <p:nvPicPr>
          <p:cNvPr id="172" name="Google Shape;172;p18" title="App2025-07-0815-31-46-ezgif.com-video-to-gif-converter.gif"/>
          <p:cNvPicPr preferRelativeResize="0"/>
          <p:nvPr/>
        </p:nvPicPr>
        <p:blipFill rotWithShape="1">
          <a:blip r:embed="rId3">
            <a:alphaModFix/>
          </a:blip>
          <a:srcRect b="23640" l="22044" r="20698" t="0"/>
          <a:stretch/>
        </p:blipFill>
        <p:spPr>
          <a:xfrm>
            <a:off x="2790650" y="765075"/>
            <a:ext cx="5953200" cy="41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248600" y="1386600"/>
            <a:ext cx="2141400" cy="23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Effets de particules animés en 3D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Fais-maison sur Bevy directement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052550" y="3629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Wave Function Collapse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325" y="1053375"/>
            <a:ext cx="6883351" cy="331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116150" y="4483400"/>
            <a:ext cx="69117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Layout de ville dynamique généré par WFC</a:t>
            </a:r>
            <a:b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Routes cohérentes, quartiers réalistes et avec diversité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1052550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/>
              <a:t>Démo</a:t>
            </a:r>
            <a:endParaRPr sz="4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